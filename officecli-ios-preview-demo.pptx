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709e6f079339450f" /><Relationship Type="http://schemas.openxmlformats.org/package/2006/relationships/metadata/core-properties" Target="docProps/core.xml" Id="R4a5d0e5237864a66" /><Relationship Type="http://schemas.openxmlformats.org/officeDocument/2006/relationships/extended-properties" Target="docProps/app.xml" Id="R0b75b18cb4394ba0" /><Relationship Type="http://schemas.openxmlformats.org/officeDocument/2006/relationships/custom-properties" Target="docProps/custom.xml" Id="Rf1fa21032cbe414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f6e99aab3d84efe"/>
    <p:sldId id="257" r:id="Raf08bfb103234050"/>
    <p:sldId id="258" r:id="Rc1b8519e16f2402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2" /><Relationship Type="http://schemas.openxmlformats.org/officeDocument/2006/relationships/slide" Target="slides/slide1.xml" Id="R1f6e99aab3d84efe" /><Relationship Type="http://schemas.openxmlformats.org/officeDocument/2006/relationships/slide" Target="slides/slide2.xml" Id="Raf08bfb103234050" /><Relationship Type="http://schemas.openxmlformats.org/officeDocument/2006/relationships/slide" Target="slides/slide3.xml" Id="Rc1b8519e16f2402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1d15e8ca7b424e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315f5b9147f44c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3613042ab2ae43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a7cedf8109174b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20021ee9a170443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theme" Target="../theme/theme1.xml" Id="R246e6cf7ee0b4204" /><Relationship Type="http://schemas.openxmlformats.org/officeDocument/2006/relationships/slideLayout" Target="../slideLayouts/slideLayout2.xml" Id="rId2" /><Relationship Type="http://schemas.openxmlformats.org/officeDocument/2006/relationships/slideLayout" Target="../slideLayouts/slideLayout3.xml" Id="rId3" /><Relationship Type="http://schemas.openxmlformats.org/officeDocument/2006/relationships/slideLayout" Target="../slideLayouts/slideLayout4.xml" Id="rId4" /><Relationship Type="http://schemas.openxmlformats.org/officeDocument/2006/relationships/slideLayout" Target="..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9a918fe3d1274b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4098627a942047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be4ac42cbef4490" /></Relationships>
</file>

<file path=ppt/slides/slide1.xml><?xml version="1.0" encoding="utf-8"?>
<p:sld xmlns:p="http://schemas.openxmlformats.org/presentationml/2006/main">
  <p:cSld name="封面"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00" name="顶部强调线"/>
          <p:cNvSpPr/>
          <p:nvPr/>
        </p:nvSpPr>
        <p:spPr>
          <a:xfrm xmlns:a="http://schemas.openxmlformats.org/drawingml/2006/main">
            <a:off x="0" y="0"/>
            <a:ext cx="1219212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主标题"/>
          <p:cNvSpPr txBox="1"/>
          <p:nvPr/>
        </p:nvSpPr>
        <p:spPr>
          <a:xfrm xmlns:a="http://schemas.openxmlformats.org/drawingml/2006/main">
            <a:off x="792000" y="1440000"/>
            <a:ext cx="64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Microsoft YaHei"/>
                <a:ea typeface="Microsoft YaHei"/>
              </a:rPr>
              <a:t>OfficeCLI</a:t>
            </a:r>
          </a:p>
        </p:txBody>
      </p:sp>
      <p:sp>
        <p:nvSpPr>
          <p:cNvPr id="100002" name="副标题"/>
          <p:cNvSpPr txBox="1"/>
          <p:nvPr/>
        </p:nvSpPr>
        <p:spPr>
          <a:xfrm xmlns:a="http://schemas.openxmlformats.org/drawingml/2006/main">
            <a:off x="810000" y="2232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FC5E8"/>
                </a:solidFill>
                <a:latin typeface="Microsoft YaHei"/>
                <a:ea typeface="Microsoft YaHei"/>
              </a:rPr>
              <a:t>用命令行构建、检查与自动化 Office 文档</a:t>
            </a:r>
          </a:p>
        </p:txBody>
      </p:sp>
      <p:sp>
        <p:nvSpPr>
          <p:cNvPr id="100003" name="格式标签"/>
          <p:cNvSpPr/>
          <p:nvPr/>
        </p:nvSpPr>
        <p:spPr>
          <a:xfrm xmlns:a="http://schemas.openxmlformats.org/drawingml/2006/main">
            <a:off x="810000" y="2988000"/>
            <a:ext cx="2808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PPTX · DOCX · XLSX</a:t>
            </a:r>
          </a:p>
        </p:txBody>
      </p:sp>
      <p:sp>
        <p:nvSpPr>
          <p:cNvPr id="100004" name="页脚"/>
          <p:cNvSpPr txBox="1"/>
          <p:nvPr/>
        </p:nvSpPr>
        <p:spPr>
          <a:xfrm xmlns:a="http://schemas.openxmlformats.org/drawingml/2006/main">
            <a:off x="810000" y="5688000"/>
            <a:ext cx="72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186A6"/>
                </a:solidFill>
                <a:latin typeface="Arial"/>
                <a:ea typeface="Arial"/>
              </a:rPr>
              <a:t>CLI-native  ·  AI-friendly  ·  OpenXML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核心能力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05" name="页标题"/>
          <p:cNvSpPr txBox="1"/>
          <p:nvPr/>
        </p:nvSpPr>
        <p:spPr>
          <a:xfrm xmlns:a="http://schemas.openxmlformats.org/drawingml/2006/main">
            <a:off x="720000" y="432000"/>
            <a:ext cx="720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2233F"/>
                </a:solidFill>
                <a:latin typeface="Microsoft YaHei"/>
                <a:ea typeface="Microsoft YaHei"/>
              </a:rPr>
              <a:t>核心能力</a:t>
            </a:r>
          </a:p>
        </p:txBody>
      </p:sp>
      <p:sp>
        <p:nvSpPr>
          <p:cNvPr id="100006" name="页副标题"/>
          <p:cNvSpPr txBox="1"/>
          <p:nvPr/>
        </p:nvSpPr>
        <p:spPr>
          <a:xfrm xmlns:a="http://schemas.openxmlformats.org/drawingml/2006/main">
            <a:off x="720000" y="954000"/>
            <a:ext cx="79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3738B"/>
                </a:solidFill>
                <a:latin typeface="Microsoft YaHei"/>
                <a:ea typeface="Microsoft YaHei"/>
              </a:rPr>
              <a:t>从创建到验证，一条命令链完成</a:t>
            </a:r>
          </a:p>
        </p:txBody>
      </p:sp>
      <p:sp>
        <p:nvSpPr>
          <p:cNvPr id="100007" name="能力卡片1"/>
          <p:cNvSpPr/>
          <p:nvPr/>
        </p:nvSpPr>
        <p:spPr>
          <a:xfrm xmlns:a="http://schemas.openxmlformats.org/drawingml/2006/main">
            <a:off x="720000" y="1584000"/>
            <a:ext cx="3276000" cy="29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C9DA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序号1"/>
          <p:cNvSpPr txBox="1"/>
          <p:nvPr/>
        </p:nvSpPr>
        <p:spPr>
          <a:xfrm xmlns:a="http://schemas.openxmlformats.org/drawingml/2006/main">
            <a:off x="972000" y="1836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563EB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09" name="卡片标题1"/>
          <p:cNvSpPr txBox="1"/>
          <p:nvPr/>
        </p:nvSpPr>
        <p:spPr>
          <a:xfrm xmlns:a="http://schemas.openxmlformats.org/drawingml/2006/main">
            <a:off x="972000" y="2322000"/>
            <a:ext cx="27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2233F"/>
                </a:solidFill>
                <a:latin typeface="Microsoft YaHei"/>
                <a:ea typeface="Microsoft YaHei"/>
              </a:rPr>
              <a:t>结构化创建</a:t>
            </a:r>
          </a:p>
        </p:txBody>
      </p:sp>
      <p:sp>
        <p:nvSpPr>
          <p:cNvPr id="100010" name="卡片正文1"/>
          <p:cNvSpPr txBox="1"/>
          <p:nvPr/>
        </p:nvSpPr>
        <p:spPr>
          <a:xfrm xmlns:a="http://schemas.openxmlformats.org/drawingml/2006/main">
            <a:off x="972000" y="2880000"/>
            <a:ext cx="2592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2637A"/>
                </a:solidFill>
                <a:latin typeface="Microsoft YaHei"/>
                <a:ea typeface="Microsoft YaHei"/>
              </a:rPr>
              <a:t>通过 add / set / batch 精确控制页面、形状与内容。</a:t>
            </a:r>
          </a:p>
        </p:txBody>
      </p:sp>
      <p:sp>
        <p:nvSpPr>
          <p:cNvPr id="100011" name="能力卡片2"/>
          <p:cNvSpPr/>
          <p:nvPr/>
        </p:nvSpPr>
        <p:spPr>
          <a:xfrm xmlns:a="http://schemas.openxmlformats.org/drawingml/2006/main">
            <a:off x="4446000" y="1584000"/>
            <a:ext cx="3276000" cy="29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12700">
            <a:solidFill>
              <a:srgbClr val="BCECD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序号2"/>
          <p:cNvSpPr txBox="1"/>
          <p:nvPr/>
        </p:nvSpPr>
        <p:spPr>
          <a:xfrm xmlns:a="http://schemas.openxmlformats.org/drawingml/2006/main">
            <a:off x="4698000" y="1836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59669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13" name="卡片标题2"/>
          <p:cNvSpPr txBox="1"/>
          <p:nvPr/>
        </p:nvSpPr>
        <p:spPr>
          <a:xfrm xmlns:a="http://schemas.openxmlformats.org/drawingml/2006/main">
            <a:off x="4698000" y="2322000"/>
            <a:ext cx="27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2233F"/>
                </a:solidFill>
                <a:latin typeface="Microsoft YaHei"/>
                <a:ea typeface="Microsoft YaHei"/>
              </a:rPr>
              <a:t>自动化检查</a:t>
            </a:r>
          </a:p>
        </p:txBody>
      </p:sp>
      <p:sp>
        <p:nvSpPr>
          <p:cNvPr id="100014" name="卡片正文2"/>
          <p:cNvSpPr txBox="1"/>
          <p:nvPr/>
        </p:nvSpPr>
        <p:spPr>
          <a:xfrm xmlns:a="http://schemas.openxmlformats.org/drawingml/2006/main">
            <a:off x="4698000" y="2880000"/>
            <a:ext cx="2592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2637A"/>
                </a:solidFill>
                <a:latin typeface="Microsoft YaHei"/>
                <a:ea typeface="Microsoft YaHei"/>
              </a:rPr>
              <a:t>使用 schema、strict-opc 与 ios-preview 配置发现兼容性问题。</a:t>
            </a:r>
          </a:p>
        </p:txBody>
      </p:sp>
      <p:sp>
        <p:nvSpPr>
          <p:cNvPr id="100015" name="能力卡片3"/>
          <p:cNvSpPr/>
          <p:nvPr/>
        </p:nvSpPr>
        <p:spPr>
          <a:xfrm xmlns:a="http://schemas.openxmlformats.org/drawingml/2006/main">
            <a:off x="8172000" y="1584000"/>
            <a:ext cx="3276000" cy="29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FFD8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序号3"/>
          <p:cNvSpPr txBox="1"/>
          <p:nvPr/>
        </p:nvSpPr>
        <p:spPr>
          <a:xfrm xmlns:a="http://schemas.openxmlformats.org/drawingml/2006/main">
            <a:off x="8424000" y="1836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A580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017" name="卡片标题3"/>
          <p:cNvSpPr txBox="1"/>
          <p:nvPr/>
        </p:nvSpPr>
        <p:spPr>
          <a:xfrm xmlns:a="http://schemas.openxmlformats.org/drawingml/2006/main">
            <a:off x="8424000" y="2322000"/>
            <a:ext cx="27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12233F"/>
                </a:solidFill>
                <a:latin typeface="Microsoft YaHei"/>
                <a:ea typeface="Microsoft YaHei"/>
              </a:rPr>
              <a:t>便于集成</a:t>
            </a:r>
          </a:p>
        </p:txBody>
      </p:sp>
      <p:sp>
        <p:nvSpPr>
          <p:cNvPr id="100018" name="卡片正文3"/>
          <p:cNvSpPr txBox="1"/>
          <p:nvPr/>
        </p:nvSpPr>
        <p:spPr>
          <a:xfrm xmlns:a="http://schemas.openxmlformats.org/drawingml/2006/main">
            <a:off x="8424000" y="2880000"/>
            <a:ext cx="2592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2637A"/>
                </a:solidFill>
                <a:latin typeface="Microsoft YaHei"/>
                <a:ea typeface="Microsoft YaHei"/>
              </a:rPr>
              <a:t>JSON 输出与稳定路径让脚本、CI 和 AI 工作流更易组合。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工作流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页标题"/>
          <p:cNvSpPr txBox="1"/>
          <p:nvPr/>
        </p:nvSpPr>
        <p:spPr>
          <a:xfrm xmlns:a="http://schemas.openxmlformats.org/drawingml/2006/main">
            <a:off x="720000" y="432000"/>
            <a:ext cx="93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2233F"/>
                </a:solidFill>
                <a:latin typeface="Microsoft YaHei"/>
                <a:ea typeface="Microsoft YaHei"/>
              </a:rPr>
              <a:t>一个清晰、可重复的工作流</a:t>
            </a:r>
          </a:p>
        </p:txBody>
      </p:sp>
      <p:sp>
        <p:nvSpPr>
          <p:cNvPr id="100020" name="步骤1"/>
          <p:cNvSpPr/>
          <p:nvPr/>
        </p:nvSpPr>
        <p:spPr>
          <a:xfrm xmlns:a="http://schemas.openxmlformats.org/drawingml/2006/main">
            <a:off x="720000" y="1836000"/>
            <a:ext cx="2592000" cy="14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D4ED8"/>
                </a:solidFill>
                <a:latin typeface="Microsoft YaHei"/>
                <a:ea typeface="Microsoft YaHei"/>
              </a:rPr>
              <a:t>1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1D4ED8"/>
                </a:solidFill>
                <a:latin typeface="Microsoft YaHei"/>
                <a:ea typeface="Microsoft YaHei"/>
              </a:rPr>
              <a:t>创建文档</a:t>
            </a:r>
          </a:p>
        </p:txBody>
      </p:sp>
      <p:sp>
        <p:nvSpPr>
          <p:cNvPr id="100021" name="箭头1"/>
          <p:cNvSpPr/>
          <p:nvPr/>
        </p:nvSpPr>
        <p:spPr>
          <a:xfrm xmlns:a="http://schemas.openxmlformats.org/drawingml/2006/main">
            <a:off x="3474000" y="2322000"/>
            <a:ext cx="756000" cy="45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步骤2"/>
          <p:cNvSpPr/>
          <p:nvPr/>
        </p:nvSpPr>
        <p:spPr>
          <a:xfrm xmlns:a="http://schemas.openxmlformats.org/drawingml/2006/main">
            <a:off x="4392000" y="1836000"/>
            <a:ext cx="2592000" cy="14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47857"/>
                </a:solidFill>
                <a:latin typeface="Microsoft YaHei"/>
                <a:ea typeface="Microsoft YaHei"/>
              </a:rPr>
              <a:t>2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047857"/>
                </a:solidFill>
                <a:latin typeface="Microsoft YaHei"/>
                <a:ea typeface="Microsoft YaHei"/>
              </a:rPr>
              <a:t>批量写入</a:t>
            </a:r>
          </a:p>
        </p:txBody>
      </p:sp>
      <p:sp>
        <p:nvSpPr>
          <p:cNvPr id="100023" name="箭头2"/>
          <p:cNvSpPr/>
          <p:nvPr/>
        </p:nvSpPr>
        <p:spPr>
          <a:xfrm xmlns:a="http://schemas.openxmlformats.org/drawingml/2006/main">
            <a:off x="7146000" y="2322000"/>
            <a:ext cx="756000" cy="45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7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步骤3"/>
          <p:cNvSpPr/>
          <p:nvPr/>
        </p:nvSpPr>
        <p:spPr>
          <a:xfrm xmlns:a="http://schemas.openxmlformats.org/drawingml/2006/main">
            <a:off x="8064000" y="1836000"/>
            <a:ext cx="3312000" cy="14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C2410C"/>
                </a:solidFill>
                <a:latin typeface="Microsoft YaHei"/>
                <a:ea typeface="Microsoft YaHei"/>
              </a:rPr>
              <a:t>3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C2410C"/>
                </a:solidFill>
                <a:latin typeface="Microsoft YaHei"/>
                <a:ea typeface="Microsoft YaHei"/>
              </a:rPr>
              <a:t>iOS 预览检查</a:t>
            </a:r>
          </a:p>
        </p:txBody>
      </p:sp>
      <p:sp>
        <p:nvSpPr>
          <p:cNvPr id="100025" name="命令摘要"/>
          <p:cNvSpPr txBox="1"/>
          <p:nvPr/>
        </p:nvSpPr>
        <p:spPr>
          <a:xfrm xmlns:a="http://schemas.openxmlformats.org/drawingml/2006/main">
            <a:off x="1440000" y="4320000"/>
            <a:ext cx="9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334A69"/>
                </a:solidFill>
                <a:latin typeface="Consolas"/>
                <a:ea typeface="Consolas"/>
              </a:rPr>
              <a:t>create  →  batch  →  validate --profile ios-preview</a:t>
            </a:r>
          </a:p>
        </p:txBody>
      </p:sp>
      <p:sp>
        <p:nvSpPr>
          <p:cNvPr id="100026" name="结束语"/>
          <p:cNvSpPr txBox="1"/>
          <p:nvPr/>
        </p:nvSpPr>
        <p:spPr>
          <a:xfrm xmlns:a="http://schemas.openxmlformats.org/drawingml/2006/main">
            <a:off x="1440000" y="5436000"/>
            <a:ext cx="9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75859B"/>
                </a:solidFill>
                <a:latin typeface="Microsoft YaHei"/>
                <a:ea typeface="Microsoft YaHei"/>
              </a:rPr>
              <a:t>可靠输出，从生成开始。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OfficeCLI/1.0.145</ap:Application>
  <ap:Slides>3</ap:Slides>
  <ap:Notes>0</ap:Notes>
  <ap:HeadingPairs>
    <vector xmlns="http://schemas.openxmlformats.org/officeDocument/2006/docPropsVTypes" size="2" baseType="variant">
      <variant>
        <lpstr>Slides</lpstr>
      </variant>
      <variant>
        <i4>3</i4>
      </variant>
    </vector>
  </ap:HeadingPairs>
  <ap:TitlesOfParts>
    <vector xmlns="http://schemas.openxmlformats.org/officeDocument/2006/docPropsVTypes" size="3" baseType="lpstr">
      <lpstr>OfficeCLI用命令行构建、检查与自动化 Office 文档PPTX · DOCX · XLSXCLI-native  ·  AI-friendly  ·  OpenXML</lpstr>
      <lpstr>核心能力从创建到验证，一条命令链完成01结构化创建通过 add / set / batch 精确控制页面、形状与内容。02自动化检查使用 schema、strict-opc 与 ios-preview 配置发现兼容性问题。03便于集成JSON 输出与稳定路径让脚本、CI 和 AI 工作流更易组合。</lpstr>
      <lpstr>一个清晰、可重复的工作流1创建文档2批量写入3iOS 预览检查create  →  batch  →  validate --profile ios-preview可靠输出，从生成开始。</lpstr>
    </vector>
  </ap:TitlesOfParts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2026-08-30T15:34:25Z</dcterms:created>
  <cp:lastModifiedBy>OfficeCLI</cp:lastModifiedBy>
  <dcterms:modified xsi:type="dcterms:W3CDTF">2026-08-30T15:34:25Z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1.0.145</vt:lpwstr>
  </op:property>
  <op:property fmtid="{D5CDD505-2E9C-101B-9397-08002B2CF9AE}" pid="3" name="OfficeCLI.LastModified">
    <vt:lpwstr xmlns:vt="http://schemas.openxmlformats.org/officeDocument/2006/docPropsVTypes">2026-08-30T15:34:37Z</vt:lpwstr>
  </op:property>
</op:Properties>
</file>