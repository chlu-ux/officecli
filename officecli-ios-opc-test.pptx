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R67a546a3b0704233" /><Relationship Type="http://schemas.openxmlformats.org/package/2006/relationships/metadata/core-properties" Target="docProps/core.xml" Id="Re1c68cb7366b4fdd" /><Relationship Type="http://schemas.openxmlformats.org/officeDocument/2006/relationships/extended-properties" Target="docProps/app.xml" Id="Rdfc4bdcde1084255" /><Relationship Type="http://schemas.openxmlformats.org/officeDocument/2006/relationships/custom-properties" Target="docProps/custom.xml" Id="Rf771a45981d24a1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4e0ba805c6004361"/>
  </p:notesMasterIdLst>
  <p:sldIdLst>
    <p:sldId id="256" r:id="R1b175fce567a4de5"/>
    <p:sldId id="257" r:id="Rfb9c67b056224a5a"/>
    <p:sldId id="258" r:id="R78d734a6023d4444"/>
    <p:sldId id="259" r:id="R672358b5bd4e4638"/>
    <p:sldId id="260" r:id="Rf15974382c3344ab"/>
    <p:sldId id="261" r:id="R9a9b4096438d497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theme" Target="theme/theme1.xml" Id="rId2" /><Relationship Type="http://schemas.openxmlformats.org/officeDocument/2006/relationships/slide" Target="slides/slide1.xml" Id="R1b175fce567a4de5" /><Relationship Type="http://schemas.openxmlformats.org/officeDocument/2006/relationships/notesMaster" Target="notesMasters/notesMaster1.xml" Id="R4e0ba805c6004361" /><Relationship Type="http://schemas.openxmlformats.org/officeDocument/2006/relationships/slide" Target="slides/slide2.xml" Id="Rfb9c67b056224a5a" /><Relationship Type="http://schemas.openxmlformats.org/officeDocument/2006/relationships/slide" Target="slides/slide3.xml" Id="R78d734a6023d4444" /><Relationship Type="http://schemas.openxmlformats.org/officeDocument/2006/relationships/slide" Target="slides/slide4.xml" Id="R672358b5bd4e4638" /><Relationship Type="http://schemas.openxmlformats.org/officeDocument/2006/relationships/slide" Target="slides/slide5.xml" Id="Rf15974382c3344ab" /><Relationship Type="http://schemas.openxmlformats.org/officeDocument/2006/relationships/slide" Target="slides/slide6.xml" Id="R9a9b4096438d49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theme/theme2.xml" Id="Rb554c518c41f4ba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7cb7974bbf104d38" /><Relationship Type="http://schemas.openxmlformats.org/officeDocument/2006/relationships/slide" Target="../slides/slide1.xml" Id="R00f66820d00b4d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fdcf538587d7414e" /><Relationship Type="http://schemas.openxmlformats.org/officeDocument/2006/relationships/slide" Target="../slides/slide2.xml" Id="Rc2f32833521649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a3a23ce6842e41e0" /><Relationship Type="http://schemas.openxmlformats.org/officeDocument/2006/relationships/slide" Target="../slides/slide3.xml" Id="Re389b1d8270347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../slides/slide6.xml" Id="R46c6f514b6c6476d" /><Relationship Type="http://schemas.openxmlformats.org/officeDocument/2006/relationships/notesMaster" Target="../notesMasters/notesMaster1.xml" Id="R8beedc6e73ce4c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测试说明：本文件由 officecli-win-x64.exe 1.0.144 直接生成。若 iOS 可以打开并显示全部页面，说明基础 OPC 包结构可被接受。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Unicode notes / 中文备注 / Emoji ✅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Media relationship test. This slide must retain both its image relationship and this notes relationship after cloning.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Media relationship test. This slide must retain both its image relationship and this notes relationship after cloning.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2787d08d26ff4b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235b637c7afe49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e54caf1ba68a4e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299c1126591045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8b1ebe23243449e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Id1" /><Relationship Type="http://schemas.openxmlformats.org/officeDocument/2006/relationships/theme" Target="../theme/theme1.xml" Id="R75f3126afef544d3" /><Relationship Type="http://schemas.openxmlformats.org/officeDocument/2006/relationships/slideLayout" Target="../slideLayouts/slideLayout2.xml" Id="rId2" /><Relationship Type="http://schemas.openxmlformats.org/officeDocument/2006/relationships/slideLayout" Target="../slideLayouts/slideLayout3.xml" Id="rId3" /><Relationship Type="http://schemas.openxmlformats.org/officeDocument/2006/relationships/slideLayout" Target="../slideLayouts/slideLayout4.xml" Id="rId4" /><Relationship Type="http://schemas.openxmlformats.org/officeDocument/2006/relationships/slideLayout" Target="..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e6175f7331384d2d" /><Relationship Type="http://schemas.openxmlformats.org/officeDocument/2006/relationships/notesSlide" Target="../notesSlides/notesSlide1.xml" Id="R2d33fe4cb2e740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07eee68a4a20476d" /><Relationship Type="http://schemas.openxmlformats.org/officeDocument/2006/relationships/notesSlide" Target="../notesSlides/notesSlide2.xml" Id="Re00dfac69cb74a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ebcf9034076743ab" /><Relationship Type="http://schemas.openxmlformats.org/officeDocument/2006/relationships/image" Target="../media/image.png" Id="Rfd10833b631d473e" /><Relationship Type="http://schemas.openxmlformats.org/officeDocument/2006/relationships/notesSlide" Target="../notesSlides/notesSlide3.xml" Id="R33e46a4ee28c41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a6ec8654b95b43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8640dbf498e2470e" /><Relationship Type="http://schemas.openxmlformats.org/officeDocument/2006/relationships/slide" Target="slide1.xml" Id="R37d096ba9bcb42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83020506c5ab48e6" /><Relationship Type="http://schemas.openxmlformats.org/officeDocument/2006/relationships/image" Target="../media/image.png" Id="Rb03be796af434f91" /><Relationship Type="http://schemas.openxmlformats.org/officeDocument/2006/relationships/notesSlide" Target="../notesSlides/notesSlide4.xml" Id="R490b42d5fb9f4aa7" /></Relationships>
</file>

<file path=ppt/slides/slide1.xml><?xml version="1.0" encoding="utf-8"?>
<p:sld xmlns:p="http://schemas.openxmlformats.org/presentationml/2006/main">
  <p:cSld name="01-Cover"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OfficeCLI iOS / OPC 兼容性测试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请确认：文件能打开、共 6 页、中文与图形显示正常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 name="02-Unico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02 文字与 Unicode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中文：兼容性验证</a:t>
            </a:r>
          </a:p>
          <a:p>
            <a:r>
              <a:rPr lang="en-US"/>
              <a:t>English: Open Packaging Convention</a:t>
            </a:r>
          </a:p>
          <a:p>
            <a:r>
              <a:rPr lang="en-US"/>
              <a:t>符号：✓ → ★ — 2026</a:t>
            </a:r>
          </a:p>
          <a:p>
            <a:r>
              <a:rPr lang="en-US"/>
              <a:t>Emoji：📱 🚀 ✅</a:t>
            </a:r>
          </a:p>
        </p:txBody>
      </p:sp>
      <p:sp>
        <p:nvSpPr>
          <p:cNvPr id="100000" name="BlueBox"/>
          <p:cNvSpPr txBox="1"/>
          <p:nvPr/>
        </p:nvSpPr>
        <p:spPr>
          <a:xfrm xmlns:a="http://schemas.openxmlformats.org/drawingml/2006/main">
            <a:off x="720000" y="3960000"/>
            <a:ext cx="36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FFFFFF"/>
                </a:solidFill>
              </a:rPr>
              <a:t>蓝色图形 / Blue shape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03-Media"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03 图片与媒体关系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预期：下方 GoClaw 图片完整显示，不应出现红叉或空白占位。</a:t>
            </a:r>
          </a:p>
        </p:txBody>
      </p:sp>
      <p:pic>
        <p:nvPicPr>
          <p:cNvPr id="100001" name="GoClawImage" descr="GoClaw logo for OPC relationship te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0833b631d473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880000" y="2160000"/>
            <a:ext cx="6480000" cy="32400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 name="04-Table"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04 表格结构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预期：表格为 3 列 4 行，中文内容可读。</a:t>
            </a:r>
          </a:p>
        </p:txBody>
      </p:sp>
      <p:graphicFrame>
        <p:nvGraphicFramePr>
          <p:cNvPr id="100002" name="CompatibilityTable"/>
          <p:cNvGraphicFramePr/>
          <p:nvPr/>
        </p:nvGraphicFramePr>
        <p:xfrm>
          <a:off xmlns:a="http://schemas.openxmlformats.org/drawingml/2006/main" x="720000" y="2160000"/>
          <a:ext xmlns:a="http://schemas.openxmlformats.org/drawingml/2006/main" cx="10440000" cy="32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0000"/>
                <a:gridCol w="3480000"/>
                <a:gridCol w="3480000"/>
              </a:tblGrid>
              <a:tr h="810000">
                <a:tc>
                  <a:txBody>
                    <a:bodyPr/>
                    <a:lstStyle/>
                    <a:p>
                      <a:r>
                        <a:rPr lang="en-US"/>
                        <a:t>项目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预期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iOS结果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r>
                        <a:rPr lang="en-US"/>
                        <a:t>打开文件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成功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待验证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r>
                        <a:rPr lang="en-US"/>
                        <a:t>图片显示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完整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待验证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r>
                        <a:rPr lang="en-US"/>
                        <a:t>备注关系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存在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待验证</a:t>
                      </a:r>
                    </a:p>
                  </a:txBody>
                  <a:tcPr>
                    <a:lnL w="12700">
                      <a:solidFill>
                        <a:srgbClr val="8AA4B8"/>
                      </a:solidFill>
                      <a:prstDash val="solid"/>
                    </a:lnL>
                    <a:lnR w="12700">
                      <a:solidFill>
                        <a:srgbClr val="8AA4B8"/>
                      </a:solidFill>
                      <a:prstDash val="solid"/>
                    </a:lnR>
                    <a:lnT w="12700">
                      <a:solidFill>
                        <a:srgbClr val="8AA4B8"/>
                      </a:solidFill>
                      <a:prstDash val="solid"/>
                    </a:lnT>
                    <a:lnB w="12700">
                      <a:solidFill>
                        <a:srgbClr val="8AA4B8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p="http://schemas.openxmlformats.org/presentationml/2006/main">
  <p:cSld name="05-Link"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05 超链接关系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点击下方区域；如果 iOS 允许，应跳转到第 1 页。</a:t>
            </a:r>
          </a:p>
        </p:txBody>
      </p:sp>
      <p:sp>
        <p:nvSpPr>
          <p:cNvPr id="100003" name="InternalLink">
            <a:hlinkClick xmlns:r="http://schemas.openxmlformats.org/officeDocument/2006/relationships" xmlns:a="http://schemas.openxmlformats.org/drawingml/2006/main" r:id="R37d096ba9bcb427a" action="ppaction://hlinksldjump" tooltip="Go to first slide"/>
          </p:cNvPr>
          <p:cNvSpPr txBox="1"/>
          <p:nvPr/>
        </p:nvSpPr>
        <p:spPr>
          <a:xfrm xmlns:a="http://schemas.openxmlformats.org/drawingml/2006/main">
            <a:off x="3240000" y="2520000"/>
            <a:ext cx="50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FFFFFF"/>
                </a:solidFill>
                <a:hlinkClick xmlns:r="http://schemas.openxmlformats.org/officeDocument/2006/relationships" r:id="R37d096ba9bcb427a" action="ppaction://hlinksldjump" tooltip="Go to first slide"/>
              </a:rPr>
              <a:t>返回第 1 页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06-ClonedMedia">
    <p:spTree>
      <p:nvGrpSpPr>
        <p:cNvPr id="1" name=""/>
        <p:cNvGrpSpPr/>
        <p:nvPr/>
      </p:nvGrpSpPr>
      <p:grpSpPr/>
      <p:sp>
        <p:nvSpPr>
          <p:cNvPr id="100004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03 图片与媒体关系</a:t>
            </a:r>
          </a:p>
        </p:txBody>
      </p:sp>
      <p:sp>
        <p:nvSpPr>
          <p:cNvPr id="100005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预期：下方 GoClaw 图片完整显示，不应出现红叉或空白占位。</a:t>
            </a:r>
          </a:p>
        </p:txBody>
      </p:sp>
      <p:pic>
        <p:nvPicPr>
          <p:cNvPr id="100006" name="GoClawImage" descr="GoClaw logo for OPC relationship te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be796af434f9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880000" y="2160000"/>
            <a:ext cx="6480000" cy="3240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2026-08-29T07:40:58Z</dcterms:created>
  <cp:lastModifiedBy>OfficeCLI</cp:lastModifiedBy>
  <dcterms:modified xsi:type="dcterms:W3CDTF">2026-08-29T07:40:58Z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2026-08-29T07:43:14Z</vt:lpwstr>
  </op:property>
</op:Properties>
</file>